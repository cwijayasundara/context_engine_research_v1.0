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NEXUS  ·  KNOWLEDGE ENGINE FOR AGENTS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 estate → agent-specific artifacts → typed answers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ESTATE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15468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85316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5316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5164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5164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5012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5012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94860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4708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4708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4556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4556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04404" y="859536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4404" y="859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Drive/Box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152144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" y="1280160"/>
            <a:ext cx="8412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2801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COMPILER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build-time · runs once when data changes · iterates against per-domain evals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627632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" y="17556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 ·  contexts group task-specific artifacts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1956816"/>
            <a:ext cx="2029968" cy="1298448"/>
          </a:xfrm>
          <a:prstGeom prst="rect">
            <a:avLst/>
          </a:prstGeom>
          <a:solidFill>
            <a:srgbClr val="EEF3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0116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Context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19456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 Agent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377440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23774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Deal-room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60904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266090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signal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944368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29443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87168" y="1956816"/>
            <a:ext cx="2029968" cy="1298448"/>
          </a:xfrm>
          <a:prstGeom prst="rect">
            <a:avLst/>
          </a:prstGeom>
          <a:solidFill>
            <a:srgbClr val="EEF3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20116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Context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578608" y="219456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Finance Agent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2377440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23774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78608" y="2660904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266090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terms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78608" y="2944368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29443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delta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08576" y="1956816"/>
            <a:ext cx="2029968" cy="1298448"/>
          </a:xfrm>
          <a:prstGeom prst="rect">
            <a:avLst/>
          </a:prstGeom>
          <a:solidFill>
            <a:srgbClr val="EEF3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20116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Context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0016" y="219456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Marketing Agent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0016" y="2377440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3774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0016" y="2660904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66090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impact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0016" y="2944368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29443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PQL signals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29984" y="1956816"/>
            <a:ext cx="2029968" cy="1298448"/>
          </a:xfrm>
          <a:prstGeom prst="rect">
            <a:avLst/>
          </a:prstGeom>
          <a:solidFill>
            <a:srgbClr val="EEF3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21424" y="20116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Context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821424" y="219456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Exec Agent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21424" y="2377440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6288" y="23774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↔ health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21424" y="2660904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76288" y="266090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21424" y="2944368"/>
            <a:ext cx="18470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76288" y="29443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Cross-fn digest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0" y="3273552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65760" y="3401568"/>
            <a:ext cx="8412480" cy="5120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4198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RETRIEVER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KnowQL — single declarative call across contexts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01168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8036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8036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1772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55080" y="3639312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55080" y="3639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380744" y="3931920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502152" y="3931920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623560" y="3931920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744968" y="3931920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5760" y="4078224"/>
            <a:ext cx="2029968" cy="78638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" y="41513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38912" y="44256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“Brief me on Acme.”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487168" y="4078224"/>
            <a:ext cx="2029968" cy="78638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0" y="41513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560320" y="44256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“Q3 ARR risk?”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608576" y="4078224"/>
            <a:ext cx="2029968" cy="78638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81728" y="41513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81728" y="44256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drove closed-won?”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729984" y="4078224"/>
            <a:ext cx="2029968" cy="78638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03136" y="41513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803136" y="44256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“Monday brief.”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receive answers, not chunks   ·   </a:t>
            </a:r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 faster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task completion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fewer tokens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ESTATE  ·  AGENT-SPECIFIC ARTIFACTS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systems. Different artifacts. Shaped for each agent.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ENTERPRISE SOURCES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2875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875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174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174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5473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473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8071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071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370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370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Billing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06690" y="1481328"/>
            <a:ext cx="971550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6690" y="1481328"/>
            <a:ext cx="97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/ Box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956816"/>
            <a:ext cx="8412480" cy="31089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5681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Compiler  →  builds task-specific artifacts (versioned · ACL-scoped · cited)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395728"/>
            <a:ext cx="416052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395728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Context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9436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"Brief me on Acme before my 3pm — risks + asks."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RETURNED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456432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Deal-room artifact (stage + history + champions)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transcripts joined to opportunity stage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mentions surfaced from Slack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next-step summary with citations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2395728"/>
            <a:ext cx="416052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395728"/>
            <a:ext cx="73152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Context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84632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our Q3 ARR risk from usage shortfalls?"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RETURNED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456432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 (bookings → recognized revenue)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terms linked to billing schedule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thresholds vs. actual consumption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signals + forecast delta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Salesforce opportunity record  ·  </a:t>
            </a:r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completely different artifacts.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Compiler does the joins, redaction, reasoning upstream — agents read typed answers, not raw rows.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OPEN CONTEXT ENGINE  ·  DESIGN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open pillars that recreate what Nexus does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29968" cy="3749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20299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2354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 ·  MS FABRIC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1247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764792"/>
            <a:ext cx="177393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enterprise vocabulary: entity types, properties, relationships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bindings to lakehouse / warehouse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NL2Ontology routes queries to the right engine (GQL · KQL · SQL)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meaning from storage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4178808"/>
            <a:ext cx="202996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178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semantic backbone for contexts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777240"/>
            <a:ext cx="2029968" cy="3749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777240"/>
            <a:ext cx="202996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92354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 ·  CTX-GRAPH LABS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96896" y="11247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1764792"/>
            <a:ext cx="177393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graph: entities + decision traces + causal links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Clock — captures the “why”, not just current state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POLE+O model: Person · Org · Location · Event · Object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GDS: FastRP embeddings, Louvain communities, hybrid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7168" y="4178808"/>
            <a:ext cx="202996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178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substrate that produces artifacts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777240"/>
            <a:ext cx="2029968" cy="3749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777240"/>
            <a:ext cx="20299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92354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 ·  LLM WIKI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18304" y="11247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Wiki / Artifact Compiler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1764792"/>
            <a:ext cx="177393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LLM-as-compiler: raw sources → curated markdown wiki entries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pipeline: NER (GLiNER) + relation extraction maintains 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interlinked entries written FOR LLMs, not humans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cited · evals-driven curation loop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08576" y="4178808"/>
            <a:ext cx="20299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4178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Nexus Context Compiler + artifacts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777240"/>
            <a:ext cx="2029968" cy="3749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9984" y="777240"/>
            <a:ext cx="202996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92354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 ·  HYBRID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39712" y="11247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Composable Retriever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76288" y="1764792"/>
            <a:ext cx="177393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declarative call across heterogeneous sources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graph traversal · vector · BM25 · structural FastRP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answers with per-field citations and confidence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Ontology-aware — query in business terms, not joins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9984" y="4178808"/>
            <a:ext cx="202996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4178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Nexus Composable Retriever + KnowQL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bottom-up: ontology gives meaning  →  graph captures relationships &amp; decisions  →  compiler builds wiki entries  →  retriever serves them.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 ·  OPEN CONTEXT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→ Ontology → Graph → Wiki → Retrieval → Agents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ESTATE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15468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85316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5316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5164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5164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5012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5012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94860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4708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4708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4556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4556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04404" y="84124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4404" y="8412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Drive/Box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" y="1207008"/>
            <a:ext cx="84124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280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ONTOLOGY LAYER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business vocabulary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06870" y="1298448"/>
            <a:ext cx="63642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6870" y="1298448"/>
            <a:ext cx="6364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16445" y="1298448"/>
            <a:ext cx="693115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6445" y="1298448"/>
            <a:ext cx="693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Fabric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82712" y="1298448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2712" y="12984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/ RDF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14996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· properties · relationships · NL2Ontology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1810512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" y="1920240"/>
            <a:ext cx="841248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 GRAPH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 + decisions + causal links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43877" y="2011680"/>
            <a:ext cx="466344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3877" y="2011680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83373" y="2011680"/>
            <a:ext cx="35295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83373" y="2011680"/>
            <a:ext cx="3529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09483" y="2011680"/>
            <a:ext cx="523037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09483" y="2011680"/>
            <a:ext cx="5230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49040" y="22128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POLE+O entities · decision traces · communities · hybrid search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2523744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65760" y="2633472"/>
            <a:ext cx="84124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706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LLM WIKI COMPILER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markdown artifacts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39942" y="2724912"/>
            <a:ext cx="114665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39942" y="2724912"/>
            <a:ext cx="1146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LLM Wiki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59752" y="2724912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9752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GLiNER NER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82712" y="2724912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82712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loop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749040" y="2926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LLM-as-compiler · self-maintained · versioned · cited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3236976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65760" y="3346704"/>
            <a:ext cx="8412480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4198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COMPOSABLE RETRIEVER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typed call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563563" y="3438144"/>
            <a:ext cx="63642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3563" y="3438144"/>
            <a:ext cx="6364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73138" y="3438144"/>
            <a:ext cx="693115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73138" y="3438144"/>
            <a:ext cx="693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039405" y="3438144"/>
            <a:ext cx="693115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39405" y="3438144"/>
            <a:ext cx="693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749040" y="36393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vector · BM25 · structural · typed answers + citations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380744" y="3950208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502152" y="3950208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623560" y="3950208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744968" y="3950208"/>
            <a:ext cx="0" cy="10972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5760" y="4114800"/>
            <a:ext cx="2029968" cy="71323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" y="416966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38912" y="442569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“Brief me on Acme.”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487168" y="4114800"/>
            <a:ext cx="2029968" cy="71323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60320" y="416966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560320" y="442569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“Q3 ARR risk?”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608576" y="4114800"/>
            <a:ext cx="2029968" cy="71323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81728" y="416966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Agent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681728" y="442569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drove closed-won?”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729984" y="4114800"/>
            <a:ext cx="2029968" cy="71323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03136" y="416966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03136" y="442569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“Monday brief.”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 — same answer shape as Nexus. 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= meaning   ·   Graph = wiring   ·   Wiki = artifacts   ·   Retriever = single call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APP  ·  DESIGN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Finance Context Engine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1148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73152" cy="566928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.md statements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· Credit card statements (markdown)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289304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" y="1389888"/>
            <a:ext cx="41148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89888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44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·  GATE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1591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 + Vault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7739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tokenize: names · accts · addresses · IDs   →   &lt;ACCT_01&gt;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1965960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" y="2066544"/>
            <a:ext cx="41148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66544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214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ONTOLOGY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2267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ontology binding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4505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Transaction · Merchant · Category · Month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2642616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" y="2743200"/>
            <a:ext cx="41148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43200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980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CONTEXT GRAPH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2944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127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POLE+O nodes · monthly aggregates · canonicalized merchants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3319272"/>
            <a:ext cx="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" y="3419856"/>
            <a:ext cx="41148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19856"/>
            <a:ext cx="7315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747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WIKI COMPILER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 Compiler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803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merchants/*.md · categories/*.md · months/*.md · annual.md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713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 ·  data/ontology/finance.yaml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905256"/>
            <a:ext cx="4114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941832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properties: [date, amount, description]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AT:        Merchant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FROM:      Account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IN_MONTH:  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Merchant: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properties: [name, canonical_name]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IN_CATEGORY: Category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2468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ENTRY  ·  data/wiki/merchants/Costco.md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660904"/>
            <a:ext cx="41148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697480"/>
            <a:ext cx="38953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Groceries · canonical: Costco Wholesale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2025 summary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Total spend:   $4,217.32  (54 visits)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Avg basket:    $78.10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Top month:     Nov ($612.40)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Monthly trend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Month   | Visits | Spend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|---------|--------|---------|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2025-01 | 4      | $324.10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2025-02 | 5      | $401.22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...     | ...    | ...     |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never leaves the local process.  </a:t>
            </a:r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sees tokens like </a:t>
            </a:r>
            <a:pPr algn="ctr"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&lt;ACCT_01&gt;</a:t>
            </a:r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detokenized only on the way back to the user.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  ·  DEEPAGENTS 0.6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+ middleware + tools + subagents — plus two query traces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412480" cy="1755648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49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0.6 HARNESS  ·  create_deep_agent(model="openai:gpt-5.4-mini", ...)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05840"/>
            <a:ext cx="1993392" cy="5486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gpt-5.4-mini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1005840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9464" y="1005840"/>
            <a:ext cx="199339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10972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PROFILE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60904" y="12984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prompts + tool fmt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005840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1005840"/>
            <a:ext cx="199339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0972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MIDDLEWARE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27448" y="12984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→ LLM → detokenize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02552" y="1005840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2552" y="1005840"/>
            <a:ext cx="19933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0972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· CODE INTERP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93992" y="12984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+ recursive workflows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682496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1682496"/>
            <a:ext cx="19933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" y="1975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wiki · python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9464" y="1682496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9464" y="1682496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60904" y="1975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categorizer · analyst · advisor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36008" y="1682496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008" y="1682496"/>
            <a:ext cx="199339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27448" y="1975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deltas to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02552" y="1682496"/>
            <a:ext cx="19933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02552" y="1682496"/>
            <a:ext cx="19933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CONTEXTHUB BACKEND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93992" y="1975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wiki + memories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560320"/>
            <a:ext cx="4160520" cy="21579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560320"/>
            <a:ext cx="41605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560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QUERY  ·  3-step PTC trace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did I spend at Costco in 2025?”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329184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33009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Cypher in code interpreter (no LLM round-trip)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356616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35753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graph.query → scalar result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384048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" y="38496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detokenize → render answer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4297680"/>
            <a:ext cx="3931920" cy="34747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$4,217.32  ·  54 transactions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17720" y="2560320"/>
            <a:ext cx="4160520" cy="21579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2560320"/>
            <a:ext cx="416052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2560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QUERY  ·  recursive subagent workflow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income/expense + maximize my savings”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3291840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74920" y="33009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spawns 3 subagents in parallel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356616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74920" y="35753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expense · category subagents query graph + wiki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84048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74920" y="38496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loop: drill into each top category for drivers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54880" y="4114800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074920" y="4123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subagent synthesizes recommendations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54880" y="4297680"/>
            <a:ext cx="39319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report.md  ·  3-action savings plan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0.6</a:t>
            </a:r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gpt-5.4-mini</a:t>
            </a:r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GDS</a:t>
            </a:r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(PII)</a:t>
            </a:r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LLM Wiki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Pinecone Nexus — Knowledge Engine for Agents</dc:title>
  <dc:subject>PptxGenJS Presentation</dc:subject>
  <dc:creator>C K</dc:creator>
  <cp:lastModifiedBy>C K</cp:lastModifiedBy>
  <cp:revision>1</cp:revision>
  <dcterms:created xsi:type="dcterms:W3CDTF">2026-05-18T15:24:25Z</dcterms:created>
  <dcterms:modified xsi:type="dcterms:W3CDTF">2026-05-18T15:24:25Z</dcterms:modified>
</cp:coreProperties>
</file>